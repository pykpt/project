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72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40D5D-E1E2-4FC1-8959-ECDC47B54BAB}" type="datetimeFigureOut">
              <a:rPr lang="ru-RU" smtClean="0"/>
              <a:t>14.05.2023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86C09-88D3-4368-A2E5-00AF6A51E1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1022480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40D5D-E1E2-4FC1-8959-ECDC47B54BAB}" type="datetimeFigureOut">
              <a:rPr lang="ru-RU" smtClean="0"/>
              <a:t>14.05.2023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86C09-88D3-4368-A2E5-00AF6A51E1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6867122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40D5D-E1E2-4FC1-8959-ECDC47B54BAB}" type="datetimeFigureOut">
              <a:rPr lang="ru-RU" smtClean="0"/>
              <a:t>14.05.2023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86C09-88D3-4368-A2E5-00AF6A51E1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2634897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40D5D-E1E2-4FC1-8959-ECDC47B54BAB}" type="datetimeFigureOut">
              <a:rPr lang="ru-RU" smtClean="0"/>
              <a:t>14.05.2023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86C09-88D3-4368-A2E5-00AF6A51E1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3434607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40D5D-E1E2-4FC1-8959-ECDC47B54BAB}" type="datetimeFigureOut">
              <a:rPr lang="ru-RU" smtClean="0"/>
              <a:t>14.05.2023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86C09-88D3-4368-A2E5-00AF6A51E1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5117001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40D5D-E1E2-4FC1-8959-ECDC47B54BAB}" type="datetimeFigureOut">
              <a:rPr lang="ru-RU" smtClean="0"/>
              <a:t>14.05.2023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86C09-88D3-4368-A2E5-00AF6A51E1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4945784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40D5D-E1E2-4FC1-8959-ECDC47B54BAB}" type="datetimeFigureOut">
              <a:rPr lang="ru-RU" smtClean="0"/>
              <a:t>14.05.2023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86C09-88D3-4368-A2E5-00AF6A51E1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9333293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40D5D-E1E2-4FC1-8959-ECDC47B54BAB}" type="datetimeFigureOut">
              <a:rPr lang="ru-RU" smtClean="0"/>
              <a:t>14.05.2023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86C09-88D3-4368-A2E5-00AF6A51E1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0152946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40D5D-E1E2-4FC1-8959-ECDC47B54BAB}" type="datetimeFigureOut">
              <a:rPr lang="ru-RU" smtClean="0"/>
              <a:t>14.05.2023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86C09-88D3-4368-A2E5-00AF6A51E1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1232579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40D5D-E1E2-4FC1-8959-ECDC47B54BAB}" type="datetimeFigureOut">
              <a:rPr lang="ru-RU" smtClean="0"/>
              <a:t>14.05.2023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86C09-88D3-4368-A2E5-00AF6A51E1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3792396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40D5D-E1E2-4FC1-8959-ECDC47B54BAB}" type="datetimeFigureOut">
              <a:rPr lang="ru-RU" smtClean="0"/>
              <a:t>14.05.2023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86C09-88D3-4368-A2E5-00AF6A51E1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7309819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385828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40D5D-E1E2-4FC1-8959-ECDC47B54BAB}" type="datetimeFigureOut">
              <a:rPr lang="ru-RU" smtClean="0"/>
              <a:t>14.05.2023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86C09-88D3-4368-A2E5-00AF6A51E1D1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10804787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40D5D-E1E2-4FC1-8959-ECDC47B54BAB}" type="datetimeFigureOut">
              <a:rPr lang="ru-RU" smtClean="0"/>
              <a:t>14.05.2023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86C09-88D3-4368-A2E5-00AF6A51E1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1167485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40D5D-E1E2-4FC1-8959-ECDC47B54BAB}" type="datetimeFigureOut">
              <a:rPr lang="ru-RU" smtClean="0"/>
              <a:t>14.05.2023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86C09-88D3-4368-A2E5-00AF6A51E1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4995596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40D5D-E1E2-4FC1-8959-ECDC47B54BAB}" type="datetimeFigureOut">
              <a:rPr lang="ru-RU" smtClean="0"/>
              <a:t>14.05.2023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86C09-88D3-4368-A2E5-00AF6A51E1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7012404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40D5D-E1E2-4FC1-8959-ECDC47B54BAB}" type="datetimeFigureOut">
              <a:rPr lang="ru-RU" smtClean="0"/>
              <a:t>14.05.2023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86C09-88D3-4368-A2E5-00AF6A51E1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9627537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40D5D-E1E2-4FC1-8959-ECDC47B54BAB}" type="datetimeFigureOut">
              <a:rPr lang="ru-RU" smtClean="0"/>
              <a:t>14.05.2023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86C09-88D3-4368-A2E5-00AF6A51E1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2814767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6540D5D-E1E2-4FC1-8959-ECDC47B54BAB}" type="datetimeFigureOut">
              <a:rPr lang="ru-RU" smtClean="0"/>
              <a:t>14.05.2023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386C09-88D3-4368-A2E5-00AF6A51E1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11223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  <p:sldLayoutId id="2147483793" r:id="rId13"/>
    <p:sldLayoutId id="2147483794" r:id="rId14"/>
    <p:sldLayoutId id="2147483795" r:id="rId15"/>
    <p:sldLayoutId id="2147483796" r:id="rId16"/>
    <p:sldLayoutId id="2147483797" r:id="rId17"/>
  </p:sldLayoutIdLst>
  <p:transition spd="slow">
    <p:push dir="u"/>
  </p:transition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Проект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Тема: </a:t>
            </a:r>
            <a:r>
              <a:rPr lang="ru-RU" b="1" dirty="0" smtClean="0"/>
              <a:t>«Создание чат-бота»</a:t>
            </a:r>
          </a:p>
          <a:p>
            <a:r>
              <a:rPr lang="ru-RU" dirty="0" smtClean="0"/>
              <a:t>Выполнил Ученик 9 «</a:t>
            </a:r>
            <a:r>
              <a:rPr lang="ru-RU" dirty="0"/>
              <a:t>а</a:t>
            </a:r>
            <a:r>
              <a:rPr lang="ru-RU" dirty="0" smtClean="0"/>
              <a:t>»</a:t>
            </a:r>
            <a:r>
              <a:rPr lang="ru-RU" b="1" dirty="0" smtClean="0"/>
              <a:t> </a:t>
            </a:r>
            <a:r>
              <a:rPr lang="ru-RU" b="1" dirty="0" err="1" smtClean="0"/>
              <a:t>макаров</a:t>
            </a:r>
            <a:r>
              <a:rPr lang="ru-RU" b="1" dirty="0" smtClean="0"/>
              <a:t> </a:t>
            </a:r>
            <a:r>
              <a:rPr lang="ru-RU" b="1" dirty="0" err="1" smtClean="0"/>
              <a:t>константин</a:t>
            </a:r>
            <a:r>
              <a:rPr lang="ru-RU" b="1" dirty="0" smtClean="0"/>
              <a:t> </a:t>
            </a:r>
            <a:r>
              <a:rPr lang="ru-RU" b="1" dirty="0" err="1" smtClean="0"/>
              <a:t>витальевич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18550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2182" y="1819564"/>
            <a:ext cx="9477274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/>
              <a:t>Актуальность. </a:t>
            </a:r>
            <a:r>
              <a:rPr lang="ru-RU" sz="2000" dirty="0"/>
              <a:t>Сегодня создание ботов является лёгким и не </a:t>
            </a:r>
            <a:r>
              <a:rPr lang="ru-RU" sz="2000" dirty="0" smtClean="0"/>
              <a:t>затратным</a:t>
            </a:r>
          </a:p>
          <a:p>
            <a:r>
              <a:rPr lang="ru-RU" sz="2000" dirty="0" smtClean="0"/>
              <a:t>способом </a:t>
            </a:r>
            <a:r>
              <a:rPr lang="ru-RU" sz="2000" dirty="0"/>
              <a:t>получить программу для выполнения рутинных дел или </a:t>
            </a:r>
            <a:r>
              <a:rPr lang="ru-RU" sz="2000" dirty="0" smtClean="0"/>
              <a:t>для</a:t>
            </a:r>
          </a:p>
          <a:p>
            <a:r>
              <a:rPr lang="ru-RU" sz="2000" dirty="0" smtClean="0"/>
              <a:t>выполнения </a:t>
            </a:r>
            <a:r>
              <a:rPr lang="ru-RU" sz="2000" dirty="0"/>
              <a:t>различных задач в Интернете</a:t>
            </a:r>
            <a:r>
              <a:rPr lang="ru-RU" sz="2000" dirty="0" smtClean="0"/>
              <a:t>. </a:t>
            </a:r>
          </a:p>
          <a:p>
            <a:r>
              <a:rPr lang="ru-RU" sz="2000" b="1" dirty="0" smtClean="0"/>
              <a:t>Цель</a:t>
            </a:r>
            <a:r>
              <a:rPr lang="ru-RU" sz="2000" b="1" dirty="0"/>
              <a:t>: </a:t>
            </a:r>
            <a:r>
              <a:rPr lang="ru-RU" sz="2000" dirty="0"/>
              <a:t>создание чат-бота для школьных целей.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63215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Что такое чат-бот?</a:t>
            </a:r>
            <a:endParaRPr lang="ru-RU" dirty="0"/>
          </a:p>
        </p:txBody>
      </p:sp>
      <p:pic>
        <p:nvPicPr>
          <p:cNvPr id="3" name="Picture 2" descr="https://assets.turbologo.ru/blog/ru/2020/02/18161759/logo-sber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2126" y="1310243"/>
            <a:ext cx="3632784" cy="2134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1000logos.net/wp-content/uploads/2021/05/Yandex-logo-2048x115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2126" y="4157565"/>
            <a:ext cx="3537416" cy="19897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46111" y="1310243"/>
            <a:ext cx="629039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Чат-боты – это программы</a:t>
            </a:r>
            <a:r>
              <a:rPr lang="en-US" dirty="0" smtClean="0"/>
              <a:t>,</a:t>
            </a:r>
            <a:r>
              <a:rPr lang="ru-RU" dirty="0" smtClean="0"/>
              <a:t> которые используются разными компаниями ради упрощения взаимодействия с сервисами. Использование чат-бота легче для пользователя чем использование сайта.</a:t>
            </a:r>
          </a:p>
          <a:p>
            <a:endParaRPr lang="ru-RU" dirty="0"/>
          </a:p>
          <a:p>
            <a:r>
              <a:rPr lang="ru-RU" dirty="0" smtClean="0"/>
              <a:t>Ботов используют такие компании как </a:t>
            </a:r>
            <a:r>
              <a:rPr lang="ru-RU" dirty="0" err="1" smtClean="0"/>
              <a:t>Сбер</a:t>
            </a:r>
            <a:r>
              <a:rPr lang="ru-RU" dirty="0" smtClean="0"/>
              <a:t> и Яндекс.</a:t>
            </a:r>
          </a:p>
          <a:p>
            <a:endParaRPr lang="ru-RU" dirty="0"/>
          </a:p>
          <a:p>
            <a:r>
              <a:rPr lang="ru-RU" dirty="0" smtClean="0"/>
              <a:t>Чат-бот </a:t>
            </a:r>
            <a:r>
              <a:rPr lang="ru-RU" dirty="0" err="1" smtClean="0"/>
              <a:t>Сбера</a:t>
            </a:r>
            <a:r>
              <a:rPr lang="ru-RU" dirty="0" smtClean="0"/>
              <a:t> расшифровывает голосовые сообщения в </a:t>
            </a:r>
            <a:r>
              <a:rPr lang="en-US" dirty="0" smtClean="0"/>
              <a:t>Telegram,</a:t>
            </a:r>
            <a:r>
              <a:rPr lang="ru-RU" dirty="0" smtClean="0"/>
              <a:t> а бот Яндекса ищет картинки по фразам.</a:t>
            </a:r>
          </a:p>
          <a:p>
            <a:endParaRPr lang="ru-RU" dirty="0"/>
          </a:p>
          <a:p>
            <a:r>
              <a:rPr lang="ru-RU" dirty="0" smtClean="0"/>
              <a:t>Создать своего бота может и любой человек</a:t>
            </a:r>
            <a:r>
              <a:rPr lang="en-US" dirty="0" smtClean="0"/>
              <a:t>,</a:t>
            </a:r>
            <a:r>
              <a:rPr lang="ru-RU" dirty="0" smtClean="0"/>
              <a:t> если он знает язык программирования или использует специальный конструктор.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920317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Идея бота и принцип работы</a:t>
            </a:r>
            <a:endParaRPr lang="ru-RU" dirty="0"/>
          </a:p>
        </p:txBody>
      </p:sp>
      <p:pic>
        <p:nvPicPr>
          <p:cNvPr id="3074" name="Picture 2" descr="http://oztech.ru/images/diary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1784" y="1483173"/>
            <a:ext cx="3929050" cy="2567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/>
          <p:cNvPicPr/>
          <p:nvPr/>
        </p:nvPicPr>
        <p:blipFill>
          <a:blip r:embed="rId3"/>
          <a:stretch>
            <a:fillRect/>
          </a:stretch>
        </p:blipFill>
        <p:spPr>
          <a:xfrm>
            <a:off x="646111" y="1483172"/>
            <a:ext cx="4637089" cy="4483519"/>
          </a:xfrm>
          <a:prstGeom prst="rect">
            <a:avLst/>
          </a:prstGeom>
        </p:spPr>
      </p:pic>
      <p:pic>
        <p:nvPicPr>
          <p:cNvPr id="5" name="Рисунок 4" descr="https://upload.wikimedia.org/wikipedia/commons/thumb/f/f8/Python_logo_and_wordmark.svg/2560px-Python_logo_and_wordmark.svg.pn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599" y="4807700"/>
            <a:ext cx="3785235" cy="112204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TextBox 2"/>
          <p:cNvSpPr txBox="1"/>
          <p:nvPr/>
        </p:nvSpPr>
        <p:spPr>
          <a:xfrm>
            <a:off x="1823156" y="5938737"/>
            <a:ext cx="2282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ПРИНЦИП РАБОТЫ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6065563" y="4038130"/>
            <a:ext cx="4041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ЛОГОТИП ШКОЛЬНОГО ПОРТАЛА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6208230" y="5946013"/>
            <a:ext cx="37561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smtClean="0"/>
              <a:t>ЛОГОТИП ЯЗЫКА</a:t>
            </a:r>
          </a:p>
          <a:p>
            <a:pPr algn="r"/>
            <a:r>
              <a:rPr lang="ru-RU" dirty="0" smtClean="0"/>
              <a:t>ПРОГРАММИРОВАНИЯ </a:t>
            </a:r>
            <a:r>
              <a:rPr lang="en-US" dirty="0" smtClean="0"/>
              <a:t>PYTHON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66576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Практическая часть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646111" y="1853247"/>
            <a:ext cx="5145089" cy="28320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38872" y="4685335"/>
            <a:ext cx="2159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ФАЙЛЫ ПРОЕКТА</a:t>
            </a:r>
            <a:endParaRPr lang="ru-RU" dirty="0"/>
          </a:p>
        </p:txBody>
      </p:sp>
      <p:pic>
        <p:nvPicPr>
          <p:cNvPr id="8" name="Рисунок 7"/>
          <p:cNvPicPr/>
          <p:nvPr/>
        </p:nvPicPr>
        <p:blipFill>
          <a:blip r:embed="rId3"/>
          <a:stretch>
            <a:fillRect/>
          </a:stretch>
        </p:blipFill>
        <p:spPr>
          <a:xfrm>
            <a:off x="5911273" y="1853247"/>
            <a:ext cx="6068291" cy="28320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77657" y="4685335"/>
            <a:ext cx="2135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ФРАГМЕНТ КОДА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555202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Тестирование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646111" y="1245868"/>
            <a:ext cx="3353234" cy="47115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55515" y="5569604"/>
            <a:ext cx="1143262" cy="4616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just"/>
            <a:r>
              <a:rPr lang="en-US" sz="2400" dirty="0" smtClean="0"/>
              <a:t>/</a:t>
            </a:r>
            <a:r>
              <a:rPr lang="en-US" sz="2400" spc="300" dirty="0" smtClean="0"/>
              <a:t>start</a:t>
            </a:r>
            <a:endParaRPr lang="ru-RU" sz="2400" spc="300" dirty="0"/>
          </a:p>
        </p:txBody>
      </p:sp>
      <p:sp>
        <p:nvSpPr>
          <p:cNvPr id="7" name="TextBox 6"/>
          <p:cNvSpPr txBox="1"/>
          <p:nvPr/>
        </p:nvSpPr>
        <p:spPr>
          <a:xfrm>
            <a:off x="960015" y="5957455"/>
            <a:ext cx="27254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СКРИНШОТ ДИАЛОГА</a:t>
            </a:r>
          </a:p>
          <a:p>
            <a:pPr algn="ctr"/>
            <a:r>
              <a:rPr lang="ru-RU" dirty="0" smtClean="0"/>
              <a:t>С БОТОМ</a:t>
            </a:r>
            <a:endParaRPr lang="ru-RU" dirty="0"/>
          </a:p>
        </p:txBody>
      </p:sp>
      <p:pic>
        <p:nvPicPr>
          <p:cNvPr id="9" name="Рисунок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241" y="1245868"/>
            <a:ext cx="3682221" cy="469311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13350" y="5938983"/>
            <a:ext cx="23920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smtClean="0"/>
              <a:t>СКРИНШОТ ОТВЕТА</a:t>
            </a:r>
          </a:p>
          <a:p>
            <a:pPr algn="ctr"/>
            <a:r>
              <a:rPr lang="ru-RU" dirty="0" smtClean="0"/>
              <a:t>НА КОМАНДУ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4122935" y="4484657"/>
            <a:ext cx="1143262" cy="646331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 algn="ctr"/>
            <a:r>
              <a:rPr lang="ru-RU" dirty="0" smtClean="0"/>
              <a:t>КНОПКА</a:t>
            </a:r>
          </a:p>
          <a:p>
            <a:pPr algn="ctr"/>
            <a:r>
              <a:rPr lang="ru-RU" dirty="0" smtClean="0"/>
              <a:t>НАЗАД</a:t>
            </a:r>
            <a:endParaRPr lang="ru-RU" dirty="0"/>
          </a:p>
        </p:txBody>
      </p:sp>
      <p:sp>
        <p:nvSpPr>
          <p:cNvPr id="14" name="Стрелка влево 13"/>
          <p:cNvSpPr/>
          <p:nvPr/>
        </p:nvSpPr>
        <p:spPr>
          <a:xfrm rot="13127308">
            <a:off x="4955953" y="5176965"/>
            <a:ext cx="1441368" cy="277091"/>
          </a:xfrm>
          <a:prstGeom prst="leftArrow">
            <a:avLst>
              <a:gd name="adj1" fmla="val 53702"/>
              <a:gd name="adj2" fmla="val 149503"/>
            </a:avLst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5" name="Стрелка влево 14"/>
          <p:cNvSpPr/>
          <p:nvPr/>
        </p:nvSpPr>
        <p:spPr>
          <a:xfrm>
            <a:off x="2633870" y="5695122"/>
            <a:ext cx="1587172" cy="235467"/>
          </a:xfrm>
          <a:prstGeom prst="leftArrow">
            <a:avLst>
              <a:gd name="adj1" fmla="val 53702"/>
              <a:gd name="adj2" fmla="val 149503"/>
            </a:avLst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139804" y="4768569"/>
            <a:ext cx="1143262" cy="646331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 algn="ctr"/>
            <a:r>
              <a:rPr lang="ru-RU" dirty="0" smtClean="0"/>
              <a:t>КНОПКА</a:t>
            </a:r>
          </a:p>
          <a:p>
            <a:pPr algn="ctr"/>
            <a:r>
              <a:rPr lang="ru-RU" dirty="0" smtClean="0"/>
              <a:t>ВПЕРЁД</a:t>
            </a:r>
            <a:endParaRPr lang="ru-RU" dirty="0"/>
          </a:p>
        </p:txBody>
      </p:sp>
      <p:sp>
        <p:nvSpPr>
          <p:cNvPr id="19" name="Стрелка влево 18"/>
          <p:cNvSpPr/>
          <p:nvPr/>
        </p:nvSpPr>
        <p:spPr>
          <a:xfrm rot="19948529">
            <a:off x="8887805" y="5352539"/>
            <a:ext cx="1441368" cy="277091"/>
          </a:xfrm>
          <a:prstGeom prst="leftArrow">
            <a:avLst>
              <a:gd name="adj1" fmla="val 53702"/>
              <a:gd name="adj2" fmla="val 149503"/>
            </a:avLst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484167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173</TotalTime>
  <Words>155</Words>
  <Application>Microsoft Office PowerPoint</Application>
  <PresentationFormat>Широкоэкранный</PresentationFormat>
  <Paragraphs>33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Ион</vt:lpstr>
      <vt:lpstr>Проект</vt:lpstr>
      <vt:lpstr>Презентация PowerPoint</vt:lpstr>
      <vt:lpstr>Что такое чат-бот?</vt:lpstr>
      <vt:lpstr>Идея бота и принцип работы</vt:lpstr>
      <vt:lpstr>Практическая часть</vt:lpstr>
      <vt:lpstr>Тестирование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</dc:title>
  <dc:creator>Разумовский Игорь</dc:creator>
  <cp:lastModifiedBy>Разумовский Игорь</cp:lastModifiedBy>
  <cp:revision>9</cp:revision>
  <dcterms:created xsi:type="dcterms:W3CDTF">2023-05-14T06:54:16Z</dcterms:created>
  <dcterms:modified xsi:type="dcterms:W3CDTF">2023-05-14T09:47:19Z</dcterms:modified>
</cp:coreProperties>
</file>